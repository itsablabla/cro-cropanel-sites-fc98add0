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(87/100)  ·  10 findings  ·  2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site's primary conversion mechanism is the coverage-check form, but it is undermined by multiple competing CTAs and ambiguous form labels, causing visitors to hesitate or abandon before entering their address. Consolidating to a single, clearly labeled coverage-check CTA and form will directly increase conversion.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1.6–7.0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C0392B"/>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Competing CTAs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Urgent · Low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Multiple competing CTAs on the homepage and all pages create ambiguity about which path to take, diluting the primary co</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meta description, Open Graph tags are missing or outside recommended lengths.</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Unclear form field labels</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Low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coverage-check forms present five fields each, but the page digest does not reveal what information is requested, so</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Social proof isolated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Customer testimonials appear only on the homepage and rural-internet page, while the plans pages where users choose a pl</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Ambiguous next step</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After coverage check, the funnel's next step is unclear due to multiple h1 questions and several CTAs without a clear se</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Ambiguous CONTINUE button</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Low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form submit button reads only CONTINUE, which does not tell visitors what action they are confirming or what happens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1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"CHECK COVERAGE | CHECK IF IT WORKS AT MY ADDRESS | SEE MY OPTIONS | GET STARTED | START CHAT | SEE WHAT I QUALIFY FOR |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different CTAs all leading to the same coverage check create ambiguity about which path to take.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Low  ·  0.5-2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17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Unclear form field labels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"form: submit=CONTINUE (field extraction is unreliable on this site — raw HTML carries 5 field(s); do not claim fields or labels are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coverage-check forms present five fields each, but the page digest does not reveal what information is requested, so visitors cannot tell what they need to enter.</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Social proof isolated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"h2: Real Stories from Real Users"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Customer testimonials appear only on the homepage and rural-internet page, while the plans pages where users choose a plan and price show no reviews or social proof.</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Ambiguous next step</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"h1: What Best Describes Your Time on the Road?"</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After coverage check, the funnel's next step is unclear due to multiple h1 questions and several CTAs without a clear sequence.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Competing CTAs</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Unclear form field labels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Ambiguous CONTINUE button</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Images missing alt text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Social proof isolated</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Ambiguous next step</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Guarantee not near purchase</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Duplicate form submissions</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Credibility claim lacks detail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